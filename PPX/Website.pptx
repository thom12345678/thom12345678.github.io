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25" r:id="rId2"/>
    <p:sldId id="256" r:id="rId3"/>
    <p:sldId id="326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91" d="100"/>
          <a:sy n="91" d="100"/>
        </p:scale>
        <p:origin x="19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7A9B6-B031-0F46-95A6-B89B56DC2432}" type="datetimeFigureOut">
              <a:rPr lang="de-DE" smtClean="0"/>
              <a:t>22.01.26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AB4EAA-445B-074B-A228-7571016976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9745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AB4EAA-445B-074B-A228-7571016976F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86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40FEE9-8B73-3940-FEA3-D4C74C5B1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C4069F-84D4-4EA8-2221-C88B10ED1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4A9A7D-47BC-9B98-1CDF-65E95EAF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CC6A-2039-E847-9A6F-D06E68978701}" type="datetimeFigureOut">
              <a:rPr lang="de-DE" smtClean="0"/>
              <a:t>22.01.26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0C6151-FFF8-7A67-4DBE-72104A9E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E5DCE6-6558-C099-597D-AA5D7949F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CB9C-E1D7-3F40-BFC3-B9A36E46C7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5994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A012C3-8B49-D395-6855-58F20C1A4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1FCA9C-275D-EA3B-5070-CCB92876D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60A0C1-763F-B56B-AC8B-6458F1C34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CC6A-2039-E847-9A6F-D06E68978701}" type="datetimeFigureOut">
              <a:rPr lang="de-DE" smtClean="0"/>
              <a:t>22.01.26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901B9D-63F7-EBA0-F5B7-8C3023803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D32434-3241-FB33-3C7D-FC1BBF243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CB9C-E1D7-3F40-BFC3-B9A36E46C7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4408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4D7763-3A3E-480A-B9F3-BDF525D0A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773DC8-F983-5EB3-83C4-3F9FCCC6E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2DE3F1-EC35-D91C-EC8E-FA613192A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CC6A-2039-E847-9A6F-D06E68978701}" type="datetimeFigureOut">
              <a:rPr lang="de-DE" smtClean="0"/>
              <a:t>22.01.26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84CEBA-C035-7881-BD9A-14BD4BCF8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9ABF1E-58A2-D523-D489-2A287CC3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CB9C-E1D7-3F40-BFC3-B9A36E46C7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7714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A78377-8BDA-0676-2D24-18363B88F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5A9D46-7784-1B50-66F8-93BB513F59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959929-2BA7-BC1A-E3B8-467C2A29A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95C447-CE7E-784D-4F66-E55C6B4B9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CC6A-2039-E847-9A6F-D06E68978701}" type="datetimeFigureOut">
              <a:rPr lang="de-DE" smtClean="0"/>
              <a:t>22.01.26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A58860-8733-B8EE-9290-93F44EE46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7B193D-4904-6204-D950-E7E3F742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CB9C-E1D7-3F40-BFC3-B9A36E46C7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2829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AD6734-38A2-88D9-7364-840FE99D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21A541-7C11-D27F-0527-CCDB826F6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0349B9B-01E1-4ED5-B921-579FDEE3F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35B7B6C-CDBA-E9A5-F6A5-B5B6329DD0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F6CEA3E-EB56-B7FA-936B-6E93C5A92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4E68ABC-B04E-BF94-619B-5962B8C77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CC6A-2039-E847-9A6F-D06E68978701}" type="datetimeFigureOut">
              <a:rPr lang="de-DE" smtClean="0"/>
              <a:t>22.01.26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23D5784-EE6C-AF64-60B6-78AD57BEB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45C7589-4D1D-9411-053F-ED121C4A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CB9C-E1D7-3F40-BFC3-B9A36E46C7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9230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990B96-EDC5-F5FB-7152-2967931D6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FABA93-0238-4D9E-A0D1-5E26B07C0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CC6A-2039-E847-9A6F-D06E68978701}" type="datetimeFigureOut">
              <a:rPr lang="de-DE" smtClean="0"/>
              <a:t>22.01.26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0F26D5-A092-2360-6F41-2EA2375E1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DDD341-703B-105A-3888-CA1CAEB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CB9C-E1D7-3F40-BFC3-B9A36E46C7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194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8174B78-6B0C-2B73-FCF0-9B0040D95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CC6A-2039-E847-9A6F-D06E68978701}" type="datetimeFigureOut">
              <a:rPr lang="de-DE" smtClean="0"/>
              <a:t>22.01.26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92AAEEA-3D4A-C104-8530-9A884E3A1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91AA76-7464-76F6-65B1-728BA365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CB9C-E1D7-3F40-BFC3-B9A36E46C7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643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83FB8D-5ED9-C665-DB2F-E87125F7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1F2057-0129-C658-847C-8A4D0AB9D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DEFC50E-A0A9-A9DC-CD09-8492062A4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6367BBA-8E86-CAB6-F8C8-CC8118FA4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CC6A-2039-E847-9A6F-D06E68978701}" type="datetimeFigureOut">
              <a:rPr lang="de-DE" smtClean="0"/>
              <a:t>22.01.26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D1E0E51-A076-7915-9D8C-4DDE7AD5E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DD6475-2EA3-EC77-96F3-B0C18116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CB9C-E1D7-3F40-BFC3-B9A36E46C7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851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2CD62E-C0E3-7460-44B5-61062760A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256BB17-38BF-B44F-0EFF-7888CDA26A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FFEFFB1-7C56-5EF5-6B65-662865AF0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C73D7C-6DA1-F289-0948-225CE428D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CC6A-2039-E847-9A6F-D06E68978701}" type="datetimeFigureOut">
              <a:rPr lang="de-DE" smtClean="0"/>
              <a:t>22.01.26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81122B-5170-3E93-46E3-DDD081504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8364FD-3EAB-5701-D379-B81D60D4D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CB9C-E1D7-3F40-BFC3-B9A36E46C7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171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885973-4BC6-E28A-749E-11440C1FA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667A5F6-8BF5-8698-1EE5-058DCC2B2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11BE39-E3B4-C560-DE18-426D38BF7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CC6A-2039-E847-9A6F-D06E68978701}" type="datetimeFigureOut">
              <a:rPr lang="de-DE" smtClean="0"/>
              <a:t>22.01.26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8A363E-E33D-31F1-0B3E-AA842BA79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72FFC2-2C7E-92AC-A2E2-63B14666A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CB9C-E1D7-3F40-BFC3-B9A36E46C7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91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CD0CAA4-36B4-A7BA-C2C2-F36A20DC4B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6F264DA-00ED-ADE3-DC20-7B72A82BF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F80E51-C852-6415-3D9E-4D97CEB9B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CC6A-2039-E847-9A6F-D06E68978701}" type="datetimeFigureOut">
              <a:rPr lang="de-DE" smtClean="0"/>
              <a:t>22.01.26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5135B4-6AF2-BF4A-FC67-00EF3382F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564FAA-8FCB-0051-D9CE-42454C9CA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6CB9C-E1D7-3F40-BFC3-B9A36E46C7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5893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3821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61B84EE-AF93-A458-A5DB-A9C5A6CBC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F3B43A-87EA-E237-8E2E-06D2EAB3A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BA2F23-3A38-E6B0-B031-35E1B94E2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7CC6A-2039-E847-9A6F-D06E68978701}" type="datetimeFigureOut">
              <a:rPr lang="de-DE" smtClean="0"/>
              <a:t>22.01.26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B95820-5ABA-944C-B39E-6E122AF40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10DB2D-FEF6-0355-1650-A31BC28F4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6CB9C-E1D7-3F40-BFC3-B9A36E46C7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6036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1430000" cy="6096000"/>
          </a:xfrm>
          <a:custGeom>
            <a:avLst/>
            <a:gdLst/>
            <a:ahLst/>
            <a:cxnLst/>
            <a:rect l="l" t="t" r="r" b="b"/>
            <a:pathLst>
              <a:path w="11430000" h="6096000">
                <a:moveTo>
                  <a:pt x="0" y="0"/>
                </a:moveTo>
                <a:lnTo>
                  <a:pt x="11430000" y="0"/>
                </a:lnTo>
                <a:lnTo>
                  <a:pt x="11430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0FD47"/>
              </a:gs>
              <a:gs pos="50000">
                <a:srgbClr val="FF6600"/>
              </a:gs>
              <a:gs pos="100000">
                <a:srgbClr val="FFFFFF"/>
              </a:gs>
            </a:gsLst>
            <a:lin ang="10800000" scaled="1"/>
          </a:gradFill>
          <a:ln/>
        </p:spPr>
        <p:txBody>
          <a:bodyPr/>
          <a:lstStyle/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3" name="Shape 1"/>
          <p:cNvSpPr/>
          <p:nvPr/>
        </p:nvSpPr>
        <p:spPr>
          <a:xfrm>
            <a:off x="5429091" y="1828800"/>
            <a:ext cx="1333500" cy="1333500"/>
          </a:xfrm>
          <a:custGeom>
            <a:avLst/>
            <a:gdLst/>
            <a:ahLst/>
            <a:cxnLst/>
            <a:rect l="l" t="t" r="r" b="b"/>
            <a:pathLst>
              <a:path w="1333500" h="1333500">
                <a:moveTo>
                  <a:pt x="1201192" y="49225"/>
                </a:moveTo>
                <a:cubicBezTo>
                  <a:pt x="1231143" y="62508"/>
                  <a:pt x="1250156" y="92199"/>
                  <a:pt x="1250156" y="125016"/>
                </a:cubicBezTo>
                <a:lnTo>
                  <a:pt x="1250156" y="1208484"/>
                </a:lnTo>
                <a:cubicBezTo>
                  <a:pt x="1250156" y="1241301"/>
                  <a:pt x="1231143" y="1270992"/>
                  <a:pt x="1201192" y="1284275"/>
                </a:cubicBezTo>
                <a:cubicBezTo>
                  <a:pt x="1171240" y="1297558"/>
                  <a:pt x="1136600" y="1292609"/>
                  <a:pt x="1111858" y="1270992"/>
                </a:cubicBezTo>
                <a:lnTo>
                  <a:pt x="990488" y="1164989"/>
                </a:lnTo>
                <a:cubicBezTo>
                  <a:pt x="876933" y="1065758"/>
                  <a:pt x="733425" y="1007938"/>
                  <a:pt x="583146" y="1000906"/>
                </a:cubicBezTo>
                <a:lnTo>
                  <a:pt x="583146" y="1250156"/>
                </a:lnTo>
                <a:cubicBezTo>
                  <a:pt x="583146" y="1296256"/>
                  <a:pt x="545902" y="1333500"/>
                  <a:pt x="499802" y="1333500"/>
                </a:cubicBezTo>
                <a:lnTo>
                  <a:pt x="416458" y="1333500"/>
                </a:lnTo>
                <a:cubicBezTo>
                  <a:pt x="370359" y="1333500"/>
                  <a:pt x="333115" y="1296256"/>
                  <a:pt x="333115" y="1250156"/>
                </a:cubicBezTo>
                <a:lnTo>
                  <a:pt x="333115" y="1000125"/>
                </a:lnTo>
                <a:cubicBezTo>
                  <a:pt x="149237" y="1000125"/>
                  <a:pt x="0" y="850888"/>
                  <a:pt x="0" y="666750"/>
                </a:cubicBezTo>
                <a:cubicBezTo>
                  <a:pt x="0" y="482612"/>
                  <a:pt x="149237" y="333375"/>
                  <a:pt x="333375" y="333375"/>
                </a:cubicBezTo>
                <a:lnTo>
                  <a:pt x="553455" y="333375"/>
                </a:lnTo>
                <a:cubicBezTo>
                  <a:pt x="714412" y="332854"/>
                  <a:pt x="869640" y="274253"/>
                  <a:pt x="990749" y="168511"/>
                </a:cubicBezTo>
                <a:lnTo>
                  <a:pt x="1112118" y="62508"/>
                </a:lnTo>
                <a:cubicBezTo>
                  <a:pt x="1136600" y="40891"/>
                  <a:pt x="1171761" y="35942"/>
                  <a:pt x="1201452" y="49225"/>
                </a:cubicBezTo>
                <a:close/>
                <a:moveTo>
                  <a:pt x="583406" y="833438"/>
                </a:moveTo>
                <a:lnTo>
                  <a:pt x="583406" y="833958"/>
                </a:lnTo>
                <a:cubicBezTo>
                  <a:pt x="766502" y="840991"/>
                  <a:pt x="942305" y="908186"/>
                  <a:pt x="1083469" y="1025128"/>
                </a:cubicBezTo>
                <a:lnTo>
                  <a:pt x="1083469" y="308111"/>
                </a:lnTo>
                <a:cubicBezTo>
                  <a:pt x="942305" y="425053"/>
                  <a:pt x="766502" y="492249"/>
                  <a:pt x="583406" y="499281"/>
                </a:cubicBezTo>
                <a:lnTo>
                  <a:pt x="583406" y="833438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2974023" y="3467100"/>
            <a:ext cx="6248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500" b="1" dirty="0">
                <a:solidFill>
                  <a:srgbClr val="00000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Website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26423" y="4648200"/>
            <a:ext cx="594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 err="1">
                <a:solidFill>
                  <a:srgbClr val="00000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Erreiche</a:t>
            </a:r>
            <a:r>
              <a:rPr lang="en-US" sz="2700" dirty="0">
                <a:solidFill>
                  <a:srgbClr val="00000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den User </a:t>
            </a:r>
            <a:endParaRPr lang="en-US" sz="1600" dirty="0"/>
          </a:p>
        </p:txBody>
      </p:sp>
      <p:pic>
        <p:nvPicPr>
          <p:cNvPr id="11" name="Grafik 10" descr="Ein Bild, das Text, Screenshot, Multimedia-Software, Software enthält.&#10;&#10;KI-generierte Inhalte können fehlerhaft sein.">
            <a:extLst>
              <a:ext uri="{FF2B5EF4-FFF2-40B4-BE49-F238E27FC236}">
                <a16:creationId xmlns:a16="http://schemas.microsoft.com/office/drawing/2014/main" id="{AC4F4558-6A37-6BD5-5FF6-E7948428E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389" y="-7200900"/>
            <a:ext cx="4918903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B82823-0A8D-0DFD-4386-00912446D4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82CAE05-7182-4B56-8259-61F4F4D79C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3" name="Grafik 12" descr="Ein Bild, das Text, Screenshot, Software, Design enthält.&#10;&#10;KI-generierte Inhalte können fehlerhaft sein.">
            <a:extLst>
              <a:ext uri="{FF2B5EF4-FFF2-40B4-BE49-F238E27FC236}">
                <a16:creationId xmlns:a16="http://schemas.microsoft.com/office/drawing/2014/main" id="{2A8DF400-DCBE-ED4B-99B7-8AC688E20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627" y="3642837"/>
            <a:ext cx="2698743" cy="2360510"/>
          </a:xfrm>
          <a:prstGeom prst="rect">
            <a:avLst/>
          </a:prstGeom>
        </p:spPr>
      </p:pic>
      <p:pic>
        <p:nvPicPr>
          <p:cNvPr id="11" name="Grafik 10" descr="Ein Bild, das Text, Screenshot, Multimedia-Software, Software enthält.&#10;&#10;KI-generierte Inhalte können fehlerhaft sein.">
            <a:extLst>
              <a:ext uri="{FF2B5EF4-FFF2-40B4-BE49-F238E27FC236}">
                <a16:creationId xmlns:a16="http://schemas.microsoft.com/office/drawing/2014/main" id="{A577EBDA-936B-0A7C-1763-0A083029D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6548" y="0"/>
            <a:ext cx="49189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2332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4CA397-8A7B-53AF-B96B-125E7B7D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 descr="Ein Bild, das Text, Screenshot, Software, Design enthält.&#10;&#10;KI-generierte Inhalte können fehlerhaft sein.">
            <a:extLst>
              <a:ext uri="{FF2B5EF4-FFF2-40B4-BE49-F238E27FC236}">
                <a16:creationId xmlns:a16="http://schemas.microsoft.com/office/drawing/2014/main" id="{42D25A90-CB75-4D84-2439-16A7A18EEB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5667" y="0"/>
            <a:ext cx="7840666" cy="6857999"/>
          </a:xfrm>
        </p:spPr>
      </p:pic>
    </p:spTree>
    <p:extLst>
      <p:ext uri="{BB962C8B-B14F-4D97-AF65-F5344CB8AC3E}">
        <p14:creationId xmlns:p14="http://schemas.microsoft.com/office/powerpoint/2010/main" val="483431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Breitbild</PresentationFormat>
  <Paragraphs>5</Paragraphs>
  <Slides>3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Coda</vt:lpstr>
      <vt:lpstr>Hedvig Letters Sans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 Broekhuisen</dc:creator>
  <cp:lastModifiedBy>Thom Broekhuisen</cp:lastModifiedBy>
  <cp:revision>1</cp:revision>
  <dcterms:created xsi:type="dcterms:W3CDTF">2026-01-22T12:10:23Z</dcterms:created>
  <dcterms:modified xsi:type="dcterms:W3CDTF">2026-01-22T13:06:15Z</dcterms:modified>
</cp:coreProperties>
</file>