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Website Design - Trash Island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BEBEC8"/>
                </a:solidFill>
              </a:rPr>
              <a:t>Apple-Style UI: Glas, klare Typografie, starke Akzente</a:t>
            </a:r>
          </a:p>
        </p:txBody>
      </p:sp>
      <p:pic>
        <p:nvPicPr>
          <p:cNvPr id="5" name="Picture 4" descr="Logo_Trash Island_Electrisize_we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0"/>
            <a:ext cx="1280160" cy="1280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2926080"/>
            <a:ext cx="3840480" cy="73152"/>
          </a:xfrm>
          <a:prstGeom prst="rect">
            <a:avLst/>
          </a:prstGeom>
          <a:solidFill>
            <a:srgbClr val="30F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Design-Highlights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8521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- Blur-Navigation mit weichen Schatten
- Gruen-Orange Akzente
- Animierte Buttons und Uebergaenge
- Fisheye Typografie</a:t>
            </a:r>
          </a:p>
        </p:txBody>
      </p:sp>
      <p:pic>
        <p:nvPicPr>
          <p:cNvPr id="5" name="Picture 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48056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394960"/>
            <a:ext cx="3200400" cy="457200"/>
          </a:xfrm>
          <a:prstGeom prst="roundRect">
            <a:avLst/>
          </a:prstGeom>
          <a:solidFill>
            <a:srgbClr val="14141A"/>
          </a:solidFill>
          <a:ln>
            <a:solidFill>
              <a:srgbClr val="30F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30FD47"/>
                </a:solidFill>
              </a:defRPr>
            </a:pPr>
            <a:r>
              <a:t>Apple-Style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Rechtliche Hinweise - 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EBEC8"/>
                </a:solidFill>
              </a:rPr>
              <a:t>Kompaktes Fenster mit Toolbar und klarem Fokus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7132320" cy="3291840"/>
          </a:xfrm>
          <a:prstGeom prst="roundRect">
            <a:avLst/>
          </a:prstGeom>
          <a:solidFill>
            <a:srgbClr val="121218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7132320" cy="457200"/>
          </a:xfrm>
          <a:prstGeom prst="rect">
            <a:avLst/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487168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487168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487168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6492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- Hygiene und Abfallrichtlinien (LMHV)
- EU-Lebensmittelrecht (EG 852/2004)
- KrWG: Vermeidung, Verwertung, Entsorgung</a:t>
            </a:r>
          </a:p>
        </p:txBody>
      </p:sp>
      <p:pic>
        <p:nvPicPr>
          <p:cNvPr id="11" name="Picture 10" descr="Logo_Trash Island_Electrisize_we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560320"/>
            <a:ext cx="1463040" cy="14630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2960" y="5852160"/>
            <a:ext cx="4114800" cy="731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